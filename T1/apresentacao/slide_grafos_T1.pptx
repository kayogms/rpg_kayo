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</p:sldIdLst>
  <p:sldSz cx="9144000" cy="5143500" type="screen16x9"/>
  <p:notesSz cx="6858000" cy="9144000"/>
  <p:embeddedFontLst>
    <p:embeddedFont>
      <p:font typeface="Albert Sans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Claro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Claro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Claro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Claro">
  <p:cSld name="BLANK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Claro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Claro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Claro">
  <p:cSld name="TITLE_ONLY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Escuro">
  <p:cSld name="BLANK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subtítulo - Escuro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sz="4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Escuro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Escuro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Escuro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Escuro">
  <p:cSld name="BIG_NUMBER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Escuro">
  <p:cSld name="BIG_NUMBER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Escuro">
  <p:cSld name="BLANK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Claro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sz="33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Escuro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sz="3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pt-BR" sz="3200" b="1"/>
              <a:t>Trabalho Prático 1 – Ladder Takahashi</a:t>
            </a:r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000"/>
              <a:t>Problema I – Resolução de Problemas com Grafos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pt-BR" sz="2000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b="1" i="1"/>
              <a:t>Aluno: Kayo Nicholas Gomes Alcântara</a:t>
            </a:r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Orientador: Prof. Me. Ricardo Carubbi</a:t>
            </a:r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Disciplina: Resolução de Problemas com Grafos</a:t>
            </a:r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Centro de Ciências Tecnológicas - CCT</a:t>
            </a:r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/>
              <a:t>Universidade de Fortaleza - UNIFOR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850" b="1"/>
              <a:t>O Problema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>
                <a:solidFill>
                  <a:schemeClr val="dk2"/>
                </a:solidFill>
              </a:rPr>
              <a:t>Ladder Takahashi (Problema I)</a:t>
            </a:r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Objetivo:</a:t>
            </a:r>
            <a:r>
              <a:rPr lang="pt-BR"/>
              <a:t> alcançar o andar mais alto possível partindo do 1º andar.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Recursos:</a:t>
            </a:r>
            <a:r>
              <a:rPr lang="pt-BR"/>
              <a:t> N escadas bidirecionais (até 200.000 escadas).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Desafio:</a:t>
            </a:r>
            <a:r>
              <a:rPr lang="pt-BR"/>
              <a:t> o prédio possui até 10⁹ andares.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BR" sz="1300"/>
              <a:t>Abordagens ingênuas, como criar um vetor de tamanho 10⁹, são inviáveis em memória.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850" b="1"/>
              <a:t>Modelagem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>
                <a:solidFill>
                  <a:schemeClr val="dk2"/>
                </a:solidFill>
              </a:rPr>
              <a:t>Resolução de Problemas com Grafos</a:t>
            </a:r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Vértices (V):</a:t>
            </a:r>
            <a:r>
              <a:rPr lang="pt-BR"/>
              <a:t> os andares que possuem escadas, mais o andar 1.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Arestas (E):</a:t>
            </a:r>
            <a:r>
              <a:rPr lang="pt-BR"/>
              <a:t> as escadas que conectam dois andares.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Tipo do grafo: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BR" sz="1300"/>
              <a:t>Não direcionado — é possível subir e descer pela mesma escada;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BR" sz="1300"/>
              <a:t>Não ponderado — não há custo associado às arestas;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BR" sz="1300"/>
              <a:t>Potencialmente desconexo — nem todo andar é alcançável a partir do 1º.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850" b="1"/>
              <a:t>Representação Computacional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>
                <a:solidFill>
                  <a:schemeClr val="dk2"/>
                </a:solidFill>
              </a:rPr>
              <a:t>Resolução de Problemas com Grafos</a:t>
            </a:r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Estrutura escolhida:</a:t>
            </a:r>
            <a:r>
              <a:rPr lang="pt-BR"/>
              <a:t> lista de adjacência.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/>
              <a:t>Por que não a matriz de adjacência? Ela exigiria 10⁹ × 10⁹ posições de memória (Memory Limit Exceeded).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Técnica-chave:</a:t>
            </a:r>
            <a:r>
              <a:rPr lang="pt-BR"/>
              <a:t> compressão de coordenadas (tabela de símbolos).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BR" sz="1300"/>
              <a:t>Mapeia os andares esparsos em índices menores e contínuos.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850" b="1"/>
              <a:t>A Escolha do Algoritmo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>
                <a:solidFill>
                  <a:schemeClr val="dk2"/>
                </a:solidFill>
              </a:rPr>
              <a:t>DFS vs. BFS</a:t>
            </a:r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Abordagens testadas:</a:t>
            </a:r>
            <a:r>
              <a:rPr lang="pt-BR"/>
              <a:t> busca em profundidade (DFS) e busca em largura (BFS).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Adaptação:</a:t>
            </a:r>
            <a:r>
              <a:rPr lang="pt-BR"/>
              <a:t> inclusão da variável maior_andar, atualizada dinamicamente durante a travessia.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Escolha final:</a:t>
            </a:r>
            <a:r>
              <a:rPr lang="pt-BR"/>
              <a:t> BFS.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BR" sz="1300"/>
              <a:t>Testes de estresse com a DFS recursiva geraram RecursionError em grafos profundos;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BR" sz="1300"/>
              <a:t>A BFS iterativa (com fila) foi escolhida por segurança e estabilidade.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850" b="1"/>
              <a:t>Validação e Veredito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900">
                <a:solidFill>
                  <a:schemeClr val="dk2"/>
                </a:solidFill>
              </a:rPr>
              <a:t>Resolução de Problemas com Grafos</a:t>
            </a:r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Validação cruzada quádrupla:</a:t>
            </a:r>
            <a:r>
              <a:rPr lang="pt-BR"/>
              <a:t> o resultado da BFS foi conferido com DFS, Union-Find (UF) e componentes conexas (CC) — todos concordaram.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Complexidade:</a:t>
            </a:r>
            <a:r>
              <a:rPr lang="pt-BR"/>
              <a:t> O(V + E) — eficiente e dentro do limite de tempo.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pt-BR" b="1"/>
              <a:t>Veredito:</a:t>
            </a:r>
            <a:r>
              <a:rPr lang="pt-BR"/>
              <a:t> Accepted no AtCoder.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Apresentação na tela (16:9)</PresentationFormat>
  <Paragraphs>40</Paragraphs>
  <Slides>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Albert Sans</vt:lpstr>
      <vt:lpstr>Arial</vt:lpstr>
      <vt:lpstr>Unifor</vt:lpstr>
      <vt:lpstr>Apresentação do PowerPoint</vt:lpstr>
      <vt:lpstr>Trabalho Prático 1 – Ladder Takahashi</vt:lpstr>
      <vt:lpstr>O Problema Ladder Takahashi (Problema I)</vt:lpstr>
      <vt:lpstr>Modelagem Resolução de Problemas com Grafos</vt:lpstr>
      <vt:lpstr>Representação Computacional Resolução de Problemas com Grafos</vt:lpstr>
      <vt:lpstr>A Escolha do Algoritmo DFS vs. BFS</vt:lpstr>
      <vt:lpstr>Validação e Veredito Resolução de Problemas com Grafos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modified xsi:type="dcterms:W3CDTF">2026-09-09T19:33:05Z</dcterms:modified>
</cp:coreProperties>
</file>